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Consolas" panose="020B0609020204030204" pitchFamily="49" charset="0"/>
      <p:regular r:id="rId10"/>
      <p:bold r:id="rId11"/>
      <p:italic r:id="rId12"/>
      <p:boldItalic r:id="rId13"/>
    </p:embeddedFont>
    <p:embeddedFont>
      <p:font typeface="Raleway" pitchFamily="2" charset="0"/>
      <p:regular r:id="rId14"/>
    </p:embeddedFont>
    <p:embeddedFont>
      <p:font typeface="Roboto" panose="02000000000000000000" pitchFamily="2" charset="0"/>
      <p:regular r:id="rId15"/>
      <p:bold r:id="rId16"/>
      <p:italic r:id="rId17"/>
    </p:embeddedFont>
    <p:embeddedFont>
      <p:font typeface="Roboto Bold" panose="02000000000000000000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8" d="100"/>
          <a:sy n="58" d="100"/>
        </p:scale>
        <p:origin x="96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6510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7145" y="786346"/>
            <a:ext cx="6576723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400" dirty="0">
                <a:solidFill>
                  <a:srgbClr val="1B1B27"/>
                </a:solidFill>
                <a:latin typeface="Aptos" panose="020B0004020202020204" pitchFamily="34" charset="0"/>
                <a:ea typeface="Raleway" pitchFamily="34" charset="-122"/>
                <a:cs typeface="Raleway" pitchFamily="34" charset="-120"/>
              </a:rPr>
              <a:t>NGO Volunteer Management System</a:t>
            </a:r>
            <a:endParaRPr lang="en-US" sz="4400" dirty="0">
              <a:latin typeface="Aptos" panose="020B00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3705725" y="5802146"/>
            <a:ext cx="3464365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Presented by: Dhyey A. Raja</a:t>
            </a: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E74569-D494-6628-A0C9-5B346F779B67}"/>
              </a:ext>
            </a:extLst>
          </p:cNvPr>
          <p:cNvSpPr txBox="1"/>
          <p:nvPr/>
        </p:nvSpPr>
        <p:spPr>
          <a:xfrm>
            <a:off x="587145" y="2455031"/>
            <a:ext cx="4167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DBMS PBL Mini Hackathon</a:t>
            </a:r>
            <a:endParaRPr lang="en-US" dirty="0"/>
          </a:p>
          <a:p>
            <a:r>
              <a:rPr lang="en-IN" dirty="0"/>
              <a:t>Project-ID :- 10238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2B6852-E804-A7C0-6E85-A45DEDC07003}"/>
              </a:ext>
            </a:extLst>
          </p:cNvPr>
          <p:cNvSpPr txBox="1"/>
          <p:nvPr/>
        </p:nvSpPr>
        <p:spPr>
          <a:xfrm>
            <a:off x="3611172" y="6166327"/>
            <a:ext cx="2621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Enrollment: 92610116003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35" y="493216"/>
            <a:ext cx="4403516" cy="58715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76163"/>
            <a:ext cx="6296860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Overview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233360" y="1327051"/>
            <a:ext cx="6296860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Goal: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design and build a centralized database system for an NGO to track volunteer activities.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233360" y="2004913"/>
            <a:ext cx="6296860" cy="956766"/>
          </a:xfrm>
          <a:prstGeom prst="roundRect">
            <a:avLst>
              <a:gd name="adj" fmla="val 739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07981" y="2179538"/>
            <a:ext cx="594761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Volunteer Registration &amp; Profiles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5407981" y="2532459"/>
            <a:ext cx="5947618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Centralized volunteer onboarding and profile management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233360" y="3111599"/>
            <a:ext cx="6296860" cy="956766"/>
          </a:xfrm>
          <a:prstGeom prst="roundRect">
            <a:avLst>
              <a:gd name="adj" fmla="val 739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07981" y="3286224"/>
            <a:ext cx="594761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Skills &amp; Proficiency Tracking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5407981" y="3639145"/>
            <a:ext cx="5947618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Map volunteer capabilities to project needs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233360" y="4218285"/>
            <a:ext cx="6296860" cy="956766"/>
          </a:xfrm>
          <a:prstGeom prst="roundRect">
            <a:avLst>
              <a:gd name="adj" fmla="val 739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07981" y="4392910"/>
            <a:ext cx="594761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Projects, Campaigns &amp; Events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5407981" y="4745831"/>
            <a:ext cx="5947618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Organize and manage all NGO initiatives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233360" y="5324971"/>
            <a:ext cx="6296860" cy="956766"/>
          </a:xfrm>
          <a:prstGeom prst="roundRect">
            <a:avLst>
              <a:gd name="adj" fmla="val 739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07981" y="5499596"/>
            <a:ext cx="594761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Hours Logged &amp; Donations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5407981" y="5852517"/>
            <a:ext cx="5947618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Track participation hours and donation records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ER Model &amp; Architecture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661475" y="2896295"/>
            <a:ext cx="2632604" cy="540841"/>
          </a:xfrm>
          <a:prstGeom prst="roundRect">
            <a:avLst>
              <a:gd name="adj" fmla="val 7569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1605" y="3006427"/>
            <a:ext cx="2412344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Volunteer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71605" y="3208933"/>
            <a:ext cx="2412344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entity — profiles, contact info, registration date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344283" y="2896295"/>
            <a:ext cx="2632704" cy="540841"/>
          </a:xfrm>
          <a:prstGeom prst="roundRect">
            <a:avLst>
              <a:gd name="adj" fmla="val 7569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54413" y="3006427"/>
            <a:ext cx="2412444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&amp; Event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54413" y="3208933"/>
            <a:ext cx="2412444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Hierarchical: Events belong to Projects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61475" y="3487341"/>
            <a:ext cx="2632604" cy="540841"/>
          </a:xfrm>
          <a:prstGeom prst="roundRect">
            <a:avLst>
              <a:gd name="adj" fmla="val 7569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1605" y="3597473"/>
            <a:ext cx="2412344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Skill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71605" y="3799979"/>
            <a:ext cx="2412344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M:N relationship with Volunteer via Volunteer_Skill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344283" y="3487341"/>
            <a:ext cx="2632704" cy="540841"/>
          </a:xfrm>
          <a:prstGeom prst="roundRect">
            <a:avLst>
              <a:gd name="adj" fmla="val 7569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4413" y="3597473"/>
            <a:ext cx="2412444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Participation &amp; Donation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54413" y="3799979"/>
            <a:ext cx="2412444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Bridge tables capturing hours logged and donor records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61475" y="4084638"/>
            <a:ext cx="5315512" cy="256977"/>
          </a:xfrm>
          <a:prstGeom prst="roundRect">
            <a:avLst>
              <a:gd name="adj" fmla="val 15929"/>
            </a:avLst>
          </a:prstGeom>
          <a:solidFill>
            <a:srgbClr val="E1E1EA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05" y="4162723"/>
            <a:ext cx="121738" cy="97433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78074" y="4154091"/>
            <a:ext cx="551106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 Entities total — includes both 1:N and M:N relationships. </a:t>
            </a:r>
            <a:r>
              <a:rPr lang="en-US" sz="75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Screenshot of Classical ER Diagram to be added here.</a:t>
            </a:r>
            <a:endParaRPr lang="en-US" sz="750" dirty="0"/>
          </a:p>
        </p:txBody>
      </p:sp>
      <p:pic>
        <p:nvPicPr>
          <p:cNvPr id="18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21057" y="829370"/>
            <a:ext cx="5625761" cy="52350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9254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Database Schema Design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405037"/>
          <a:ext cx="10868745" cy="4900886"/>
        </p:xfrm>
        <a:graphic>
          <a:graphicData uri="http://schemas.openxmlformats.org/drawingml/2006/table">
            <a:tbl>
              <a:tblPr/>
              <a:tblGrid>
                <a:gridCol w="3622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3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Table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Primary Key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Key Columns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72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Volunteer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VolunteerID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FirstName, LastName, Email, Phone, RegDate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72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Project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ProjectID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ProjectName, Description, StartDate, EndDate, Budget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72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Event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EventID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ProjectID (FK), EventName, EventDate, Location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5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Skill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SkillID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SkillName, Description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95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Volunteer_Skill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VolunteerID + SkillID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ProficiencyLevel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95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Participation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VolunteerID + EventID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Role, HoursLogged, Status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41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Donation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DonationID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ProjectID (FK), DonorName, Amount, DonationDate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945" y="493216"/>
            <a:ext cx="4403516" cy="58715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34095"/>
            <a:ext cx="6296860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Interactive Web Dashboard</a:t>
            </a:r>
            <a:endParaRPr lang="en-US" sz="3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284982"/>
            <a:ext cx="420776" cy="42078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1475" y="1893094"/>
            <a:ext cx="629686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Python / Flask Backend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661475" y="2246015"/>
            <a:ext cx="6296860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Fully functional dynamic web interface connecting directly to the relational database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800449"/>
            <a:ext cx="420776" cy="42078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61475" y="3408561"/>
            <a:ext cx="629686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Tabbed Dashboard UI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661475" y="3761482"/>
            <a:ext cx="6296860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Responsive, tabbed layout built with Tailwind CSS for intuitive navigation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315916"/>
            <a:ext cx="420776" cy="42078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61475" y="4924028"/>
            <a:ext cx="629686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Live CRUD Operations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661475" y="5276949"/>
            <a:ext cx="6296860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Create, Read, Update, and Delete records directly from the browser interface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661475" y="5700216"/>
            <a:ext cx="6296860" cy="623590"/>
          </a:xfrm>
          <a:prstGeom prst="roundRect">
            <a:avLst>
              <a:gd name="adj" fmla="val 11338"/>
            </a:avLst>
          </a:prstGeom>
          <a:solidFill>
            <a:srgbClr val="E1E1EA"/>
          </a:solidFill>
          <a:ln/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746" y="5916414"/>
            <a:ext cx="210338" cy="16827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08355" y="5892205"/>
            <a:ext cx="6191294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Screenshot of Tailwind UI dashboard to be added here.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9077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Advanced Data Retrieval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405533"/>
            <a:ext cx="692599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Finding Total Hours by Volunteer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61475" y="1816298"/>
            <a:ext cx="6925990" cy="1883966"/>
          </a:xfrm>
          <a:prstGeom prst="roundRect">
            <a:avLst>
              <a:gd name="adj" fmla="val 3621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56336" y="1978720"/>
            <a:ext cx="6536269" cy="1559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v.FirstName,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SUM(p.HoursLogged) AS TotalHours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Volunteer v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Participation p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v.VolunteerID = p.VolunteerID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v.VolunteerID;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61475" y="3857228"/>
            <a:ext cx="692599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Donation Totals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61475" y="4267994"/>
            <a:ext cx="6925990" cy="1883966"/>
          </a:xfrm>
          <a:prstGeom prst="roundRect">
            <a:avLst>
              <a:gd name="adj" fmla="val 3621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856336" y="4430415"/>
            <a:ext cx="6536269" cy="1559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p.ProjectName,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SUM(d.Amount) AS TotalDonations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Project p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Donation d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p.ProjectID = d.ProjectID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p.ProjectID;</a:t>
            </a:r>
            <a:endParaRPr lang="en-US" sz="12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0084" y="1461790"/>
            <a:ext cx="3546485" cy="354657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990084" y="5165328"/>
            <a:ext cx="3546485" cy="979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Aggregate queries using </a:t>
            </a:r>
            <a:r>
              <a:rPr 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and </a:t>
            </a:r>
            <a:r>
              <a:rPr 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SUM()</a:t>
            </a: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power the dashboard's live reporting — surfacing volunteer impact and fundraising performance at a glance.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291358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Thank You!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165475"/>
            <a:ext cx="6296860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Any Questions?</a:t>
            </a:r>
            <a:endParaRPr lang="en-US" sz="5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407</Words>
  <Application>Microsoft Office PowerPoint</Application>
  <PresentationFormat>Widescreen</PresentationFormat>
  <Paragraphs>83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Raleway</vt:lpstr>
      <vt:lpstr>Arial</vt:lpstr>
      <vt:lpstr>Roboto Bold</vt:lpstr>
      <vt:lpstr>Consolas</vt:lpstr>
      <vt:lpstr>Aptos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dhyey raja</cp:lastModifiedBy>
  <cp:revision>2</cp:revision>
  <dcterms:created xsi:type="dcterms:W3CDTF">2026-09-18T06:57:49Z</dcterms:created>
  <dcterms:modified xsi:type="dcterms:W3CDTF">2026-09-18T07:30:05Z</dcterms:modified>
</cp:coreProperties>
</file>